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BC38-48FA-78BA-2A00-85658CB5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2239C-928C-56EF-C730-05B80150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BB290-9F00-4C8B-B77A-FEADDECA2AD3}" type="datetimeFigureOut">
              <a:rPr lang="en-MY" smtClean="0"/>
              <a:t>2/1/2024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534BC-4B73-1D0A-F010-BDE6322F4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24525-FC52-EFBA-6B3E-402406E0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A90E1-6B69-4D28-BAD9-6A8ED9BC40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06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48AC6-7F74-417B-8BDD-27D7401F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1D88D-9BB5-49FB-9FAE-04B272658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BD4AE-DFDA-C283-01D4-574841EC0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BB290-9F00-4C8B-B77A-FEADDECA2AD3}" type="datetimeFigureOut">
              <a:rPr lang="en-MY" smtClean="0"/>
              <a:t>2/1/2024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EF50-C0A3-C9E4-D00F-980AA8EBE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BA352-61F5-50AE-DB32-1A889910B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A90E1-6B69-4D28-BAD9-6A8ED9BC40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923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F04A981-5E65-0DB1-E4D7-EE2C0289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7200" b="1">
                <a:solidFill>
                  <a:schemeClr val="tx1"/>
                </a:solidFill>
                <a:latin typeface="Arial Black" panose="020B0A04020102020204" pitchFamily="34" charset="0"/>
                <a:sym typeface="Fredoka One"/>
              </a:rPr>
              <a:t>BAB 1</a:t>
            </a:r>
            <a:endParaRPr lang="en-MY" sz="7200" b="1" dirty="0">
              <a:solidFill>
                <a:schemeClr val="tx1"/>
              </a:solidFill>
              <a:latin typeface="Arial Black" panose="020B0A04020102020204" pitchFamily="34" charset="0"/>
              <a:sym typeface="Fredok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DFE25-2EF6-0919-16A3-86313362B1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21195"/>
      </p:ext>
    </p:extLst>
  </p:cSld>
  <p:clrMapOvr>
    <a:masterClrMapping/>
  </p:clrMapOvr>
  <p:transition spd="slow">
    <p:strip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110D4C7-D70E-E88A-85BA-613B496B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Arial Rounded MT Bold" panose="020F0704030504030204" pitchFamily="34" charset="0"/>
                <a:cs typeface="Arial" panose="020B0604020202020204" pitchFamily="34" charset="0"/>
              </a:rPr>
              <a:t>1.1</a:t>
            </a:r>
            <a:endParaRPr lang="en" sz="28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13B71-45D3-D0D2-7183-A5665729C9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29705"/>
      </p:ext>
    </p:extLst>
  </p:cSld>
  <p:clrMapOvr>
    <a:masterClrMapping/>
  </p:clrMapOvr>
  <p:transition spd="slow">
    <p:strip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674FA48-1496-13DE-2088-F6F500245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4000" b="1">
                <a:solidFill>
                  <a:srgbClr val="009900"/>
                </a:solidFill>
                <a:latin typeface="Arial Rounded MT Bold" panose="020F0704030504030204" pitchFamily="34" charset="0"/>
              </a:rPr>
              <a:t>KEPELBAGAIAN ORGANISMA</a:t>
            </a:r>
            <a:endParaRPr lang="en-MY" sz="4000" b="1" dirty="0">
              <a:solidFill>
                <a:srgbClr val="0099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3DA53B-007F-40B8-A760-694CA5C4F2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62462"/>
      </p:ext>
    </p:extLst>
  </p:cSld>
  <p:clrMapOvr>
    <a:masterClrMapping/>
  </p:clrMapOvr>
  <p:transition spd="slow">
    <p:strip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B774724-4740-6F55-9B89-0AFE95B1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b="1">
                <a:solidFill>
                  <a:srgbClr val="FF6600"/>
                </a:solidFill>
                <a:latin typeface="Arial Rounded MT Bold" panose="020F0704030504030204" pitchFamily="34" charset="0"/>
              </a:rPr>
              <a:t>BIODIVERSITI DAN KEPENTINGANNYA</a:t>
            </a:r>
            <a:endParaRPr lang="en-MY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8AB19-BEF4-56BB-C69D-8BD5635FDF4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69475"/>
      </p:ext>
    </p:extLst>
  </p:cSld>
  <p:clrMapOvr>
    <a:masterClrMapping/>
  </p:clrMapOvr>
  <p:transition spd="slow">
    <p:strip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6AD103D-2854-6A78-661E-7BFA004B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b="1">
                <a:solidFill>
                  <a:srgbClr val="FF6600"/>
                </a:solidFill>
                <a:latin typeface="Arial Rounded MT Bold" panose="020F0704030504030204" pitchFamily="34" charset="0"/>
              </a:rPr>
              <a:t>PENGURUSAN BIODIVERSITI SECARA BERKESAN</a:t>
            </a:r>
            <a:endParaRPr lang="en-MY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B12479-322E-BA91-98AD-8ED366CCE3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0009"/>
      </p:ext>
    </p:extLst>
  </p:cSld>
  <p:clrMapOvr>
    <a:masterClrMapping/>
  </p:clrMapOvr>
  <p:transition spd="slow">
    <p:strip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19D7123-5C7B-3CBC-8822-82D236FA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4000" b="1">
                <a:solidFill>
                  <a:srgbClr val="009900"/>
                </a:solidFill>
                <a:latin typeface="Arial Rounded MT Bold" panose="020F0704030504030204" pitchFamily="34" charset="0"/>
              </a:rPr>
              <a:t>PENGELASAN ORGANISMA</a:t>
            </a:r>
            <a:endParaRPr lang="en-MY" sz="4000" b="1" dirty="0">
              <a:solidFill>
                <a:srgbClr val="0099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BCD6BB-6D55-DBC4-F911-9A8F08C662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9167"/>
      </p:ext>
    </p:extLst>
  </p:cSld>
  <p:clrMapOvr>
    <a:masterClrMapping/>
  </p:clrMapOvr>
  <p:transition spd="slow">
    <p:strip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809690C-FC00-94BF-FC13-6322E3DC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b="1">
                <a:solidFill>
                  <a:srgbClr val="FF6600"/>
                </a:solidFill>
                <a:latin typeface="Arial Rounded MT Bold" panose="020F0704030504030204" pitchFamily="34" charset="0"/>
              </a:rPr>
              <a:t>PENGELASAN INVERTEBRATA</a:t>
            </a:r>
            <a:endParaRPr lang="en-MY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95D6A-2D67-CCFE-47DA-15FFCF458C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5671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35C27F9-5EDF-2605-D364-0A2E4518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b="1">
                <a:solidFill>
                  <a:srgbClr val="FF6600"/>
                </a:solidFill>
                <a:latin typeface="Arial Rounded MT Bold" panose="020F0704030504030204" pitchFamily="34" charset="0"/>
              </a:rPr>
              <a:t>PENGELASAN VERTEBRATA</a:t>
            </a:r>
            <a:endParaRPr lang="en-MY" sz="2800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8396F-83DF-486E-861E-E9633AE0CE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7799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1173E4F-EB4C-518A-7962-1D1EDBF9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b="1">
                <a:solidFill>
                  <a:srgbClr val="FF6600"/>
                </a:solidFill>
                <a:latin typeface="Arial Rounded MT Bold" panose="020F0704030504030204" pitchFamily="34" charset="0"/>
              </a:rPr>
              <a:t>REPTILIA</a:t>
            </a:r>
            <a:endParaRPr lang="en-MY" sz="2800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50F77-9189-D7C2-318E-E250EBE2E5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1232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4FFFBD-B0CA-D297-A4F7-4FB806B9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b="1">
                <a:solidFill>
                  <a:srgbClr val="FF6600"/>
                </a:solidFill>
                <a:latin typeface="Arial Rounded MT Bold" panose="020F0704030504030204" pitchFamily="34" charset="0"/>
              </a:rPr>
              <a:t>AMFIBIA</a:t>
            </a:r>
            <a:endParaRPr lang="en-MY" sz="2800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24AB14-2D6A-D44E-AE70-732498E08B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53020"/>
      </p:ext>
    </p:extLst>
  </p:cSld>
  <p:clrMapOvr>
    <a:masterClrMapping/>
  </p:clrMapOvr>
  <p:transition spd="slow">
    <p:strip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BAA7981-020E-4E54-F094-C3A3C871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8731C-AD7C-C16F-07D0-652DE5048C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2915"/>
      </p:ext>
    </p:extLst>
  </p:cSld>
  <p:clrMapOvr>
    <a:masterClrMapping/>
  </p:clrMapOvr>
  <p:transition spd="slow">
    <p:strip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AD86B3-6CAD-5E21-4CA3-ACAFADA0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b="1">
                <a:solidFill>
                  <a:srgbClr val="FF6600"/>
                </a:solidFill>
                <a:latin typeface="Arial Rounded MT Bold" panose="020F0704030504030204" pitchFamily="34" charset="0"/>
              </a:rPr>
              <a:t>MAMALIA</a:t>
            </a:r>
            <a:endParaRPr lang="en-MY" sz="2800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60D23-12EF-5281-C3DC-6296EE4D37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86294"/>
      </p:ext>
    </p:extLst>
  </p:cSld>
  <p:clrMapOvr>
    <a:masterClrMapping/>
  </p:clrMapOvr>
  <p:transition spd="slow">
    <p:strip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54DFC41-18E4-BA90-B6F3-471A2715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b="1">
                <a:solidFill>
                  <a:srgbClr val="FF6600"/>
                </a:solidFill>
                <a:latin typeface="Arial Rounded MT Bold" panose="020F0704030504030204" pitchFamily="34" charset="0"/>
              </a:rPr>
              <a:t>BURUNG</a:t>
            </a:r>
            <a:endParaRPr lang="en-MY" sz="2800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9D56D5-6F07-099F-8531-B3A7E3207D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49520"/>
      </p:ext>
    </p:extLst>
  </p:cSld>
  <p:clrMapOvr>
    <a:masterClrMapping/>
  </p:clrMapOvr>
  <p:transition spd="slow">
    <p:strips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A42728A-F920-D616-815C-373484D8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b="1">
                <a:solidFill>
                  <a:srgbClr val="FF6600"/>
                </a:solidFill>
                <a:latin typeface="Arial Rounded MT Bold" panose="020F0704030504030204" pitchFamily="34" charset="0"/>
              </a:rPr>
              <a:t>PENGELASAN TUMBUHAN</a:t>
            </a:r>
            <a:endParaRPr lang="en-MY" sz="2800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3DDF0C-D382-E1C3-DB16-FCD7B4083A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65321"/>
      </p:ext>
    </p:extLst>
  </p:cSld>
  <p:clrMapOvr>
    <a:masterClrMapping/>
  </p:clrMapOvr>
  <p:transition spd="slow">
    <p:strip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4E90F2C-46AC-8CB2-5285-8B3A526A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b="1">
                <a:solidFill>
                  <a:srgbClr val="FF6600"/>
                </a:solidFill>
                <a:latin typeface="Arial Rounded MT Bold" panose="020F0704030504030204" pitchFamily="34" charset="0"/>
              </a:rPr>
              <a:t>MONOKOTILEDON DAN DIKOTILEDON</a:t>
            </a:r>
            <a:endParaRPr lang="en-MY" sz="2800" b="1" dirty="0">
              <a:solidFill>
                <a:srgbClr val="FF66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AD7C6-3233-0C7E-064F-C9B4797B76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75135"/>
      </p:ext>
    </p:extLst>
  </p:cSld>
  <p:clrMapOvr>
    <a:masterClrMapping/>
  </p:clrMapOvr>
  <p:transition spd="slow">
    <p:strip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2ABC873-26F8-BEBD-6851-5804921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000">
                <a:solidFill>
                  <a:schemeClr val="tx2"/>
                </a:solidFill>
              </a:rPr>
              <a:t>Terima Kasih</a:t>
            </a:r>
            <a:endParaRPr lang="en-MY" sz="800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8580D-8915-2DE4-20BE-E0033A666A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2579"/>
      </p:ext>
    </p:extLst>
  </p:cSld>
  <p:clrMapOvr>
    <a:masterClrMapping/>
  </p:clrMapOvr>
  <p:transition spd="slow">
    <p:strip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73355ED-6DBD-FFD1-0DAA-0675971C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CBFF4-D771-A391-0DA5-2881EFB06F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38732"/>
      </p:ext>
    </p:extLst>
  </p:cSld>
  <p:clrMapOvr>
    <a:masterClrMapping/>
  </p:clrMapOvr>
  <p:transition spd="slow">
    <p:strips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On-screen Show (16:9)</PresentationFormat>
  <Paragraphs>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Arial Rounded MT Bold</vt:lpstr>
      <vt:lpstr>Calibri</vt:lpstr>
      <vt:lpstr>Calibri Light</vt:lpstr>
      <vt:lpstr>Office Theme</vt:lpstr>
      <vt:lpstr>BAB 1</vt:lpstr>
      <vt:lpstr>1.1</vt:lpstr>
      <vt:lpstr>KEPELBAGAIAN ORGANISMA</vt:lpstr>
      <vt:lpstr>BIODIVERSITI DAN KEPENTINGANNYA</vt:lpstr>
      <vt:lpstr>PENGURUSAN BIODIVERSITI SECARA BERKESAN</vt:lpstr>
      <vt:lpstr>PENGELASAN ORGANISMA</vt:lpstr>
      <vt:lpstr>PENGELASAN INVERTEBRATA</vt:lpstr>
      <vt:lpstr>PENGELASAN VERTEBRATA</vt:lpstr>
      <vt:lpstr>REPTILIA</vt:lpstr>
      <vt:lpstr>AMFIBIA</vt:lpstr>
      <vt:lpstr>PowerPoint Presentation</vt:lpstr>
      <vt:lpstr>MAMALIA</vt:lpstr>
      <vt:lpstr>BURUNG</vt:lpstr>
      <vt:lpstr>PENGELASAN TUMBUHAN</vt:lpstr>
      <vt:lpstr>MONOKOTILEDON DAN DIKOTILEDON</vt:lpstr>
      <vt:lpstr>Terima Kasih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1</dc:title>
  <dc:creator>najwa</dc:creator>
  <cp:lastModifiedBy>najwa</cp:lastModifiedBy>
  <cp:revision>1</cp:revision>
  <dcterms:created xsi:type="dcterms:W3CDTF">2024-01-02T00:22:18Z</dcterms:created>
  <dcterms:modified xsi:type="dcterms:W3CDTF">2024-01-02T00:22:18Z</dcterms:modified>
</cp:coreProperties>
</file>